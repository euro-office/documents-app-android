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de-DE" smtClean="0"/>
              <a:t>10/30/2013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Click to edit Master subtitle style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Click icon to add picture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Euro-Office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  <AppVersion>3.0000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