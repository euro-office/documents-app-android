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fr-FR" smtClean="0"/>
              <a:t>10/30/2013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Click to edit Master subtitle style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Click icon to add picture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Click to edit Master title style</a:t>
            </a:r>
            <a:endParaRPr lang="fr-F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fr-FR" smtClean="0"/>
              <a:t>30.10.2013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