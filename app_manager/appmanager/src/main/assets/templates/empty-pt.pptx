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89273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16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2E96E-41F7-40C5-8419-297958CC00FA}" type="datetimeFigureOut">
              <a:rPr lang="pt-BR" smtClean="0"/>
              <a:t>10/30/2013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999B8-B6B4-4561-A3CD-BBCDAB9FC9D9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286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999B8-B6B4-4561-A3CD-BBCDAB9FC9D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7644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Click to edit Master title style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Click to edit Master subtitle style</a:t>
            </a:r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pt-BR" smtClean="0"/>
              <a:t>30.10.2013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051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pt-BR" smtClean="0"/>
              <a:t>30.10.2013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0619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Click to edit Master title style</a:t>
            </a:r>
            <a:endParaRPr lang="pt-B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pt-BR" smtClean="0"/>
              <a:t>30.10.2013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12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pt-BR" smtClean="0"/>
              <a:t>30.10.2013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3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Click to edit Master title style</a:t>
            </a:r>
            <a:endParaRPr lang="pt-B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pt-BR" smtClean="0"/>
              <a:t>30.10.2013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3759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pt-BR" smtClean="0"/>
              <a:t>30.10.2013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5284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pt-BR" smtClean="0"/>
              <a:t>30.10.2013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559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Click to edit Master title style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pt-BR" smtClean="0"/>
              <a:t>30.10.2013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4960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Click to edit Master title style</a:t>
            </a:r>
            <a:endParaRPr lang="pt-BR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smtClean="0"/>
              <a:t>Click icon to add picture</a:t>
            </a:r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pt-BR" smtClean="0"/>
              <a:t>30.10.2013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554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Click to edit Master title style</a:t>
            </a:r>
            <a:endParaRPr lang="pt-BR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pt-BR" smtClean="0"/>
              <a:t>30.10.2013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304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Click to edit Master title style</a:t>
            </a:r>
            <a:endParaRPr lang="pt-BR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C18F51-09EC-435C-A3BA-64A766E099C0}" type="datetimeFigureOut">
              <a:rPr lang="pt-BR" smtClean="0"/>
              <a:t>30.10.2013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95586-F03A-48D1-94DF-16B239DF4FB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1801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Click to edit Master title style</a:t>
            </a:r>
            <a:endParaRPr lang="pt-BR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Click to edit Master text styles</a:t>
            </a:r>
          </a:p>
          <a:p>
            <a:pPr lvl="1"/>
            <a:r>
              <a:rPr lang="pt-BR" smtClean="0"/>
              <a:t>Second level</a:t>
            </a:r>
          </a:p>
          <a:p>
            <a:pPr lvl="2"/>
            <a:r>
              <a:rPr lang="pt-BR" smtClean="0"/>
              <a:t>Third level</a:t>
            </a:r>
          </a:p>
          <a:p>
            <a:pPr lvl="3"/>
            <a:r>
              <a:rPr lang="pt-BR" smtClean="0"/>
              <a:t>Fourth level</a:t>
            </a:r>
          </a:p>
          <a:p>
            <a:pPr lvl="4"/>
            <a:r>
              <a:rPr lang="pt-BR" smtClean="0"/>
              <a:t>Fifth level</a:t>
            </a:r>
            <a:endParaRPr lang="pt-B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18F51-09EC-435C-A3BA-64A766E099C0}" type="datetimeFigureOut">
              <a:rPr lang="pt-BR" smtClean="0"/>
              <a:t>30.10.2013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395586-F03A-48D1-94DF-16B239DF4FB5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136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6011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</Words>
  <Application>Euro-Office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Arial</vt:lpstr>
      <vt:lpstr>Office Theme</vt:lpstr>
    </vt:vector>
  </TitlesOfParts>
  <LinksUpToDate>false</LinksUpToDate>
  <SharedDoc>false</SharedDoc>
  <HyperlinksChanged>false</HyperlinksChanged>
  <AppVersion>3.0000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</cp:revision>
  <dcterms:created xsi:type="dcterms:W3CDTF">2012-12-03T06:56:55Z</dcterms:created>
  <dcterms:modified xsi:type="dcterms:W3CDTF">2013-10-30T14:12:17Z</dcterms:modified>
</cp:coreProperties>
</file>