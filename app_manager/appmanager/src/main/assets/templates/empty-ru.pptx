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9273" autoAdjust="0"/>
  </p:normalViewPr>
  <p:slideViewPr>
    <p:cSldViewPr snapToGrid="0">
      <p:cViewPr varScale="1">
        <p:scale>
          <a:sx n="100" d="100"/>
          <a:sy n="100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ru-RU" smtClean="0"/>
              <a:t>10/30/2013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Click to edit Master text styles</a:t>
            </a:r>
          </a:p>
          <a:p>
            <a:pPr lvl="1"/>
            <a:r>
              <a:rPr lang="ru-RU" smtClean="0"/>
              <a:t>Second level</a:t>
            </a:r>
          </a:p>
          <a:p>
            <a:pPr lvl="2"/>
            <a:r>
              <a:rPr lang="ru-RU" smtClean="0"/>
              <a:t>Third level</a:t>
            </a:r>
          </a:p>
          <a:p>
            <a:pPr lvl="3"/>
            <a:r>
              <a:rPr lang="ru-RU" smtClean="0"/>
              <a:t>Fourth level</a:t>
            </a:r>
          </a:p>
          <a:p>
            <a:pPr lvl="4"/>
            <a:r>
              <a:rPr lang="ru-RU" smtClean="0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328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64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Click to edit Master title style</a:t>
            </a:r>
            <a:endParaRPr lang="ru-R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Click to edit Master subtitle style</a:t>
            </a:r>
            <a:endParaRPr lang="ru-R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ru-RU" smtClean="0"/>
              <a:t>30.10.2013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051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Click to edit Master title style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Click to edit Master text styles</a:t>
            </a:r>
          </a:p>
          <a:p>
            <a:pPr lvl="1"/>
            <a:r>
              <a:rPr lang="ru-RU" smtClean="0"/>
              <a:t>Second level</a:t>
            </a:r>
          </a:p>
          <a:p>
            <a:pPr lvl="2"/>
            <a:r>
              <a:rPr lang="ru-RU" smtClean="0"/>
              <a:t>Third level</a:t>
            </a:r>
          </a:p>
          <a:p>
            <a:pPr lvl="3"/>
            <a:r>
              <a:rPr lang="ru-RU" smtClean="0"/>
              <a:t>Fourth level</a:t>
            </a:r>
          </a:p>
          <a:p>
            <a:pPr lvl="4"/>
            <a:r>
              <a:rPr lang="ru-RU" smtClean="0"/>
              <a:t>Fifth level</a:t>
            </a:r>
            <a:endParaRPr lang="ru-R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ru-RU" smtClean="0"/>
              <a:t>30.10.2013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061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Click to edit Master title style</a:t>
            </a:r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ru-RU" smtClean="0"/>
              <a:t>30.10.2013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212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Click to edit Master title style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Click to edit Master text styles</a:t>
            </a:r>
          </a:p>
          <a:p>
            <a:pPr lvl="1"/>
            <a:r>
              <a:rPr lang="ru-RU" smtClean="0"/>
              <a:t>Second level</a:t>
            </a:r>
          </a:p>
          <a:p>
            <a:pPr lvl="2"/>
            <a:r>
              <a:rPr lang="ru-RU" smtClean="0"/>
              <a:t>Third level</a:t>
            </a:r>
          </a:p>
          <a:p>
            <a:pPr lvl="3"/>
            <a:r>
              <a:rPr lang="ru-RU" smtClean="0"/>
              <a:t>Fourth level</a:t>
            </a:r>
          </a:p>
          <a:p>
            <a:pPr lvl="4"/>
            <a:r>
              <a:rPr lang="ru-RU" smtClean="0"/>
              <a:t>Fifth level</a:t>
            </a:r>
            <a:endParaRPr lang="ru-R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Click to edit Master text styles</a:t>
            </a:r>
          </a:p>
          <a:p>
            <a:pPr lvl="1"/>
            <a:r>
              <a:rPr lang="ru-RU" smtClean="0"/>
              <a:t>Second level</a:t>
            </a:r>
          </a:p>
          <a:p>
            <a:pPr lvl="2"/>
            <a:r>
              <a:rPr lang="ru-RU" smtClean="0"/>
              <a:t>Third level</a:t>
            </a:r>
          </a:p>
          <a:p>
            <a:pPr lvl="3"/>
            <a:r>
              <a:rPr lang="ru-RU" smtClean="0"/>
              <a:t>Fourth level</a:t>
            </a:r>
          </a:p>
          <a:p>
            <a:pPr lvl="4"/>
            <a:r>
              <a:rPr lang="ru-RU" smtClean="0"/>
              <a:t>Fifth level</a:t>
            </a:r>
            <a:endParaRPr lang="ru-RU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ru-RU" smtClean="0"/>
              <a:t>30.10.2013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340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Click to edit Master title style</a:t>
            </a:r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Click to edit Master text styles</a:t>
            </a:r>
          </a:p>
          <a:p>
            <a:pPr lvl="1"/>
            <a:r>
              <a:rPr lang="ru-RU" smtClean="0"/>
              <a:t>Second level</a:t>
            </a:r>
          </a:p>
          <a:p>
            <a:pPr lvl="2"/>
            <a:r>
              <a:rPr lang="ru-RU" smtClean="0"/>
              <a:t>Third level</a:t>
            </a:r>
          </a:p>
          <a:p>
            <a:pPr lvl="3"/>
            <a:r>
              <a:rPr lang="ru-RU" smtClean="0"/>
              <a:t>Fourth level</a:t>
            </a:r>
          </a:p>
          <a:p>
            <a:pPr lvl="4"/>
            <a:r>
              <a:rPr lang="ru-RU" smtClean="0"/>
              <a:t>Fifth level</a:t>
            </a:r>
            <a:endParaRPr lang="ru-RU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Click to edit Master text styles</a:t>
            </a:r>
          </a:p>
          <a:p>
            <a:pPr lvl="1"/>
            <a:r>
              <a:rPr lang="ru-RU" smtClean="0"/>
              <a:t>Second level</a:t>
            </a:r>
          </a:p>
          <a:p>
            <a:pPr lvl="2"/>
            <a:r>
              <a:rPr lang="ru-RU" smtClean="0"/>
              <a:t>Third level</a:t>
            </a:r>
          </a:p>
          <a:p>
            <a:pPr lvl="3"/>
            <a:r>
              <a:rPr lang="ru-RU" smtClean="0"/>
              <a:t>Fourth level</a:t>
            </a:r>
          </a:p>
          <a:p>
            <a:pPr lvl="4"/>
            <a:r>
              <a:rPr lang="ru-RU" smtClean="0"/>
              <a:t>Fifth level</a:t>
            </a:r>
            <a:endParaRPr lang="ru-RU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ru-RU" smtClean="0"/>
              <a:t>30.10.2013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375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Click to edit Master title style</a:t>
            </a:r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ru-RU" smtClean="0"/>
              <a:t>30.10.2013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528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ru-RU" smtClean="0"/>
              <a:t>30.10.2013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559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Click to edit Master title style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Click to edit Master text styles</a:t>
            </a:r>
          </a:p>
          <a:p>
            <a:pPr lvl="1"/>
            <a:r>
              <a:rPr lang="ru-RU" smtClean="0"/>
              <a:t>Second level</a:t>
            </a:r>
          </a:p>
          <a:p>
            <a:pPr lvl="2"/>
            <a:r>
              <a:rPr lang="ru-RU" smtClean="0"/>
              <a:t>Third level</a:t>
            </a:r>
          </a:p>
          <a:p>
            <a:pPr lvl="3"/>
            <a:r>
              <a:rPr lang="ru-RU" smtClean="0"/>
              <a:t>Fourth level</a:t>
            </a:r>
          </a:p>
          <a:p>
            <a:pPr lvl="4"/>
            <a:r>
              <a:rPr lang="ru-RU" smtClean="0"/>
              <a:t>Fifth level</a:t>
            </a:r>
            <a:endParaRPr lang="ru-R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ru-RU" smtClean="0"/>
              <a:t>30.10.2013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96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Click to edit Master title style</a:t>
            </a:r>
            <a:endParaRPr lang="ru-RU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Click icon to add picture</a:t>
            </a:r>
            <a:endParaRPr lang="ru-R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ru-RU" smtClean="0"/>
              <a:t>30.10.2013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554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Click to edit Master title style</a:t>
            </a:r>
            <a:endParaRPr lang="ru-RU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Click to edit Master text styles</a:t>
            </a:r>
          </a:p>
          <a:p>
            <a:pPr lvl="1"/>
            <a:r>
              <a:rPr lang="ru-RU" smtClean="0"/>
              <a:t>Second level</a:t>
            </a:r>
          </a:p>
          <a:p>
            <a:pPr lvl="2"/>
            <a:r>
              <a:rPr lang="ru-RU" smtClean="0"/>
              <a:t>Third level</a:t>
            </a:r>
          </a:p>
          <a:p>
            <a:pPr lvl="3"/>
            <a:r>
              <a:rPr lang="ru-RU" smtClean="0"/>
              <a:t>Fourth level</a:t>
            </a:r>
          </a:p>
          <a:p>
            <a:pPr lvl="4"/>
            <a:r>
              <a:rPr lang="ru-RU" smtClean="0"/>
              <a:t>Fifth level</a:t>
            </a:r>
            <a:endParaRPr lang="ru-R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ru-RU" smtClean="0"/>
              <a:t>30.10.2013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730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Click to edit Master title style</a:t>
            </a:r>
            <a:endParaRPr lang="ru-RU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Click to edit Master text styles</a:t>
            </a:r>
          </a:p>
          <a:p>
            <a:pPr lvl="1"/>
            <a:r>
              <a:rPr lang="ru-RU" smtClean="0"/>
              <a:t>Second level</a:t>
            </a:r>
          </a:p>
          <a:p>
            <a:pPr lvl="2"/>
            <a:r>
              <a:rPr lang="ru-RU" smtClean="0"/>
              <a:t>Third level</a:t>
            </a:r>
          </a:p>
          <a:p>
            <a:pPr lvl="3"/>
            <a:r>
              <a:rPr lang="ru-RU" smtClean="0"/>
              <a:t>Fourth level</a:t>
            </a:r>
          </a:p>
          <a:p>
            <a:pPr lvl="4"/>
            <a:r>
              <a:rPr lang="ru-RU" smtClean="0"/>
              <a:t>Fifth level</a:t>
            </a:r>
            <a:endParaRPr lang="ru-R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ru-RU" smtClean="0"/>
              <a:t>30.10.2013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180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Click to edit Master title style</a:t>
            </a:r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Click to edit Master text styles</a:t>
            </a:r>
          </a:p>
          <a:p>
            <a:pPr lvl="1"/>
            <a:r>
              <a:rPr lang="ru-RU" smtClean="0"/>
              <a:t>Second level</a:t>
            </a:r>
          </a:p>
          <a:p>
            <a:pPr lvl="2"/>
            <a:r>
              <a:rPr lang="ru-RU" smtClean="0"/>
              <a:t>Third level</a:t>
            </a:r>
          </a:p>
          <a:p>
            <a:pPr lvl="3"/>
            <a:r>
              <a:rPr lang="ru-RU" smtClean="0"/>
              <a:t>Fourth level</a:t>
            </a:r>
          </a:p>
          <a:p>
            <a:pPr lvl="4"/>
            <a:r>
              <a:rPr lang="ru-RU" smtClean="0"/>
              <a:t>Fifth level</a:t>
            </a:r>
            <a:endParaRPr lang="ru-R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ru-RU" smtClean="0"/>
              <a:t>30.10.2013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413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6011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</Words>
  <Application>Euro-Office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Arial</vt:lpstr>
      <vt:lpstr>Office Theme</vt:lpstr>
    </vt:vector>
  </TitlesOfParts>
  <LinksUpToDate>false</LinksUpToDate>
  <SharedDoc>false</SharedDoc>
  <HyperlinksChanged>false</HyperlinksChanged>
  <AppVersion>3.0000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</cp:revision>
  <dcterms:created xsi:type="dcterms:W3CDTF">2012-12-03T06:56:55Z</dcterms:created>
  <dcterms:modified xsi:type="dcterms:W3CDTF">2013-10-30T14:12:17Z</dcterms:modified>
</cp:coreProperties>
</file>