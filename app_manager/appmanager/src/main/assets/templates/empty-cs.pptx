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cs-CZ" smtClean="0"/>
              <a:t>10/30/2013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Click to edit Master text styles</a:t>
            </a:r>
          </a:p>
          <a:p>
            <a:pPr lvl="1"/>
            <a:r>
              <a:rPr lang="cs-CZ" smtClean="0"/>
              <a:t>Second level</a:t>
            </a:r>
          </a:p>
          <a:p>
            <a:pPr lvl="2"/>
            <a:r>
              <a:rPr lang="cs-CZ" smtClean="0"/>
              <a:t>Third level</a:t>
            </a:r>
          </a:p>
          <a:p>
            <a:pPr lvl="3"/>
            <a:r>
              <a:rPr lang="cs-CZ" smtClean="0"/>
              <a:t>Fourth level</a:t>
            </a:r>
          </a:p>
          <a:p>
            <a:pPr lvl="4"/>
            <a:r>
              <a:rPr lang="cs-CZ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Click to edit Master subtitle style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Click to edit Master text styles</a:t>
            </a:r>
          </a:p>
          <a:p>
            <a:pPr lvl="1"/>
            <a:r>
              <a:rPr lang="cs-CZ" smtClean="0"/>
              <a:t>Second level</a:t>
            </a:r>
          </a:p>
          <a:p>
            <a:pPr lvl="2"/>
            <a:r>
              <a:rPr lang="cs-CZ" smtClean="0"/>
              <a:t>Third level</a:t>
            </a:r>
          </a:p>
          <a:p>
            <a:pPr lvl="3"/>
            <a:r>
              <a:rPr lang="cs-CZ" smtClean="0"/>
              <a:t>Fourth level</a:t>
            </a:r>
          </a:p>
          <a:p>
            <a:pPr lvl="4"/>
            <a:r>
              <a:rPr lang="cs-CZ" smtClean="0"/>
              <a:t>Fifth level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Click to edit Master text styles</a:t>
            </a:r>
          </a:p>
          <a:p>
            <a:pPr lvl="1"/>
            <a:r>
              <a:rPr lang="cs-CZ" smtClean="0"/>
              <a:t>Second level</a:t>
            </a:r>
          </a:p>
          <a:p>
            <a:pPr lvl="2"/>
            <a:r>
              <a:rPr lang="cs-CZ" smtClean="0"/>
              <a:t>Third level</a:t>
            </a:r>
          </a:p>
          <a:p>
            <a:pPr lvl="3"/>
            <a:r>
              <a:rPr lang="cs-CZ" smtClean="0"/>
              <a:t>Fourth level</a:t>
            </a:r>
          </a:p>
          <a:p>
            <a:pPr lvl="4"/>
            <a:r>
              <a:rPr lang="cs-CZ" smtClean="0"/>
              <a:t>Fifth level</a:t>
            </a:r>
            <a:endParaRPr lang="cs-CZ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Click to edit Master text styles</a:t>
            </a:r>
          </a:p>
          <a:p>
            <a:pPr lvl="1"/>
            <a:r>
              <a:rPr lang="cs-CZ" smtClean="0"/>
              <a:t>Second level</a:t>
            </a:r>
          </a:p>
          <a:p>
            <a:pPr lvl="2"/>
            <a:r>
              <a:rPr lang="cs-CZ" smtClean="0"/>
              <a:t>Third level</a:t>
            </a:r>
          </a:p>
          <a:p>
            <a:pPr lvl="3"/>
            <a:r>
              <a:rPr lang="cs-CZ" smtClean="0"/>
              <a:t>Fourth level</a:t>
            </a:r>
          </a:p>
          <a:p>
            <a:pPr lvl="4"/>
            <a:r>
              <a:rPr lang="cs-CZ" smtClean="0"/>
              <a:t>Fifth level</a:t>
            </a:r>
            <a:endParaRPr lang="cs-CZ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Click to edit Master text styles</a:t>
            </a:r>
          </a:p>
          <a:p>
            <a:pPr lvl="1"/>
            <a:r>
              <a:rPr lang="cs-CZ" smtClean="0"/>
              <a:t>Second level</a:t>
            </a:r>
          </a:p>
          <a:p>
            <a:pPr lvl="2"/>
            <a:r>
              <a:rPr lang="cs-CZ" smtClean="0"/>
              <a:t>Third level</a:t>
            </a:r>
          </a:p>
          <a:p>
            <a:pPr lvl="3"/>
            <a:r>
              <a:rPr lang="cs-CZ" smtClean="0"/>
              <a:t>Fourth level</a:t>
            </a:r>
          </a:p>
          <a:p>
            <a:pPr lvl="4"/>
            <a:r>
              <a:rPr lang="cs-CZ" smtClean="0"/>
              <a:t>Fifth level</a:t>
            </a:r>
            <a:endParaRPr lang="cs-CZ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Click to edit Master text styles</a:t>
            </a:r>
          </a:p>
          <a:p>
            <a:pPr lvl="1"/>
            <a:r>
              <a:rPr lang="cs-CZ" smtClean="0"/>
              <a:t>Second level</a:t>
            </a:r>
          </a:p>
          <a:p>
            <a:pPr lvl="2"/>
            <a:r>
              <a:rPr lang="cs-CZ" smtClean="0"/>
              <a:t>Third level</a:t>
            </a:r>
          </a:p>
          <a:p>
            <a:pPr lvl="3"/>
            <a:r>
              <a:rPr lang="cs-CZ" smtClean="0"/>
              <a:t>Fourth level</a:t>
            </a:r>
          </a:p>
          <a:p>
            <a:pPr lvl="4"/>
            <a:r>
              <a:rPr lang="cs-CZ" smtClean="0"/>
              <a:t>Fifth level</a:t>
            </a:r>
            <a:endParaRPr lang="cs-CZ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Click to edit Master text styles</a:t>
            </a:r>
          </a:p>
          <a:p>
            <a:pPr lvl="1"/>
            <a:r>
              <a:rPr lang="cs-CZ" smtClean="0"/>
              <a:t>Second level</a:t>
            </a:r>
          </a:p>
          <a:p>
            <a:pPr lvl="2"/>
            <a:r>
              <a:rPr lang="cs-CZ" smtClean="0"/>
              <a:t>Third level</a:t>
            </a:r>
          </a:p>
          <a:p>
            <a:pPr lvl="3"/>
            <a:r>
              <a:rPr lang="cs-CZ" smtClean="0"/>
              <a:t>Fourth level</a:t>
            </a:r>
          </a:p>
          <a:p>
            <a:pPr lvl="4"/>
            <a:r>
              <a:rPr lang="cs-CZ" smtClean="0"/>
              <a:t>Fifth level</a:t>
            </a:r>
            <a:endParaRPr lang="cs-CZ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Click icon to add picture</a:t>
            </a:r>
            <a:endParaRPr lang="cs-CZ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Click to edit Master text styles</a:t>
            </a:r>
          </a:p>
          <a:p>
            <a:pPr lvl="1"/>
            <a:r>
              <a:rPr lang="cs-CZ" smtClean="0"/>
              <a:t>Second level</a:t>
            </a:r>
          </a:p>
          <a:p>
            <a:pPr lvl="2"/>
            <a:r>
              <a:rPr lang="cs-CZ" smtClean="0"/>
              <a:t>Third level</a:t>
            </a:r>
          </a:p>
          <a:p>
            <a:pPr lvl="3"/>
            <a:r>
              <a:rPr lang="cs-CZ" smtClean="0"/>
              <a:t>Fourth level</a:t>
            </a:r>
          </a:p>
          <a:p>
            <a:pPr lvl="4"/>
            <a:r>
              <a:rPr lang="cs-CZ" smtClean="0"/>
              <a:t>Fifth level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Click to edit Master text styles</a:t>
            </a:r>
          </a:p>
          <a:p>
            <a:pPr lvl="1"/>
            <a:r>
              <a:rPr lang="cs-CZ" smtClean="0"/>
              <a:t>Second level</a:t>
            </a:r>
          </a:p>
          <a:p>
            <a:pPr lvl="2"/>
            <a:r>
              <a:rPr lang="cs-CZ" smtClean="0"/>
              <a:t>Third level</a:t>
            </a:r>
          </a:p>
          <a:p>
            <a:pPr lvl="3"/>
            <a:r>
              <a:rPr lang="cs-CZ" smtClean="0"/>
              <a:t>Fourth level</a:t>
            </a:r>
          </a:p>
          <a:p>
            <a:pPr lvl="4"/>
            <a:r>
              <a:rPr lang="cs-CZ" smtClean="0"/>
              <a:t>Fifth level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Click to edit Master title style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Click to edit Master text styles</a:t>
            </a:r>
          </a:p>
          <a:p>
            <a:pPr lvl="1"/>
            <a:r>
              <a:rPr lang="cs-CZ" smtClean="0"/>
              <a:t>Second level</a:t>
            </a:r>
          </a:p>
          <a:p>
            <a:pPr lvl="2"/>
            <a:r>
              <a:rPr lang="cs-CZ" smtClean="0"/>
              <a:t>Third level</a:t>
            </a:r>
          </a:p>
          <a:p>
            <a:pPr lvl="3"/>
            <a:r>
              <a:rPr lang="cs-CZ" smtClean="0"/>
              <a:t>Fourth level</a:t>
            </a:r>
          </a:p>
          <a:p>
            <a:pPr lvl="4"/>
            <a:r>
              <a:rPr lang="cs-CZ" smtClean="0"/>
              <a:t>Fifth level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cs-CZ" smtClean="0"/>
              <a:t>30.10.2013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Euro-Office</Template>
  <TotalTime>1</TotalTime>
  <Words>1</Words>
  <Application>Euro-Office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  <AppVersion>3.0000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